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ER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Patients: 9,200+</a:t>
            </a:r>
          </a:p>
          <a:p>
            <a:pPr/>
            <a:r>
              <a:t>Average Wait Time: 35 mins</a:t>
            </a:r>
          </a:p>
          <a:p>
            <a:pPr/>
            <a:r>
              <a:t>Satisfaction Score: 4.99 / 10</a:t>
            </a:r>
          </a:p>
          <a:p>
            <a:pPr/>
            <a:r>
              <a:t>Total Referrals: 4,000+</a:t>
            </a:r>
          </a:p>
          <a:p>
            <a:pPr/>
            <a:r>
              <a:t>High volume but low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Wait Time &amp;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59.32% patients seen within 30 mins</a:t>
            </a:r>
          </a:p>
          <a:p>
            <a:pPr/>
            <a:r>
              <a:t>40.68% delayed beyond target</a:t>
            </a:r>
          </a:p>
          <a:p>
            <a:pPr/>
            <a:r>
              <a:t>Major operational inefficiency</a:t>
            </a:r>
          </a:p>
          <a:p>
            <a:pPr/>
            <a:r>
              <a:t>Direct impact on patient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Score: 4.99 / 10</a:t>
            </a:r>
          </a:p>
          <a:p>
            <a:pPr/>
            <a:r>
              <a:t>February: 4.72 / 10</a:t>
            </a:r>
          </a:p>
          <a:p>
            <a:pPr/>
            <a:r>
              <a:t>Low satisfaction across period</a:t>
            </a:r>
          </a:p>
          <a:p>
            <a:pPr/>
            <a:r>
              <a:t>Closely linked to wait time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Admitted: 50%</a:t>
            </a:r>
          </a:p>
          <a:p>
            <a:pPr/>
            <a:r>
              <a:t>Not Admitted: 50%</a:t>
            </a:r>
          </a:p>
          <a:p>
            <a:pPr/>
            <a:r>
              <a:t>High non-critical patient volume</a:t>
            </a:r>
          </a:p>
          <a:p>
            <a:pPr/>
            <a:r>
              <a:t>ER used for minor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 Referrals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Referral: Highest (~5.4K)</a:t>
            </a:r>
          </a:p>
          <a:p>
            <a:pPr/>
            <a:r>
              <a:t>General Practice: ~1.8K</a:t>
            </a:r>
          </a:p>
          <a:p>
            <a:pPr/>
            <a:r>
              <a:t>Orthopedics: ~1.0K</a:t>
            </a:r>
          </a:p>
          <a:p>
            <a:pPr/>
            <a:r>
              <a:t>Most cases are low severity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Gender: Balanced (51% Male, 49% Female)</a:t>
            </a:r>
          </a:p>
          <a:p>
            <a:pPr/>
            <a:r>
              <a:t>Top Age Groups: 30–39, 70–79, 20–29</a:t>
            </a:r>
          </a:p>
          <a:p>
            <a:pPr/>
            <a:r>
              <a:t>Diverse patient base</a:t>
            </a:r>
          </a:p>
          <a:p>
            <a:pPr/>
            <a:r>
              <a:t>Need for general + elderly 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Peak Load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Days: Saturday, Sunday, Monday</a:t>
            </a:r>
          </a:p>
          <a:p>
            <a:pPr/>
            <a:r>
              <a:t>Peak Hours: 10 AM–12 PM, Evening</a:t>
            </a:r>
          </a:p>
          <a:p>
            <a:pPr/>
            <a:r>
              <a:t>Uneven workload distribution</a:t>
            </a:r>
          </a:p>
          <a:p>
            <a:pPr/>
            <a:r>
              <a:t>Staff shortage during peak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 volume: Consistently high</a:t>
            </a:r>
          </a:p>
          <a:p>
            <a:pPr/>
            <a:r>
              <a:t>Wait time: Stable (~35 mins)</a:t>
            </a:r>
          </a:p>
          <a:p>
            <a:pPr/>
            <a:r>
              <a:t>Satisfaction: Low (~5/10)</a:t>
            </a:r>
          </a:p>
          <a:p>
            <a:pPr/>
            <a:r>
              <a:t>System stable but not optimized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wait time (40% delay)</a:t>
            </a:r>
          </a:p>
          <a:p>
            <a:pPr/>
            <a:r>
              <a:t>Low patient satisfaction</a:t>
            </a:r>
          </a:p>
          <a:p>
            <a:pPr/>
            <a:r>
              <a:t>Overcrowding in ER</a:t>
            </a:r>
          </a:p>
          <a:p>
            <a:pPr/>
            <a:r>
              <a:t>Weak triage system</a:t>
            </a:r>
          </a:p>
          <a:p>
            <a:pPr/>
            <a:r>
              <a:t>Poor peak-hour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staff during peak hours</a:t>
            </a:r>
          </a:p>
          <a:p>
            <a:pPr/>
            <a:r>
              <a:t>Introduce fast-track for minor cases</a:t>
            </a:r>
          </a:p>
          <a:p>
            <a:pPr/>
            <a:r>
              <a:t>Implement strong triage system</a:t>
            </a:r>
          </a:p>
          <a:p>
            <a:pPr/>
            <a:r>
              <a:t>Redirect non-emergency cases</a:t>
            </a:r>
          </a:p>
          <a:p>
            <a:pPr/>
            <a:r>
              <a:t>Improve patient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patient volume handled</a:t>
            </a:r>
          </a:p>
          <a:p>
            <a:pPr/>
            <a:r>
              <a:t>Low satisfaction due to delays</a:t>
            </a:r>
          </a:p>
          <a:p>
            <a:pPr/>
            <a:r>
              <a:t>40% patients miss target time</a:t>
            </a:r>
          </a:p>
          <a:p>
            <a:pPr/>
            <a:r>
              <a:t>Focus on wait time &amp; patient flow</a:t>
            </a:r>
          </a:p>
          <a:p>
            <a:pPr/>
            <a:r>
              <a:t>Improve efficiency and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